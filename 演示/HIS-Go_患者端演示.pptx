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HIS-Go 患者端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D6EAFF"/>
                </a:solidFill>
              </a:defRPr>
            </a:pPr>
            <a:r>
              <a:t>微信小程序 + 智能就诊助手</a:t>
            </a:r>
          </a:p>
          <a:p>
            <a:pPr algn="ctr">
              <a:defRPr sz="2000">
                <a:solidFill>
                  <a:srgbClr val="D6EAFF"/>
                </a:solidFill>
              </a:defRPr>
            </a:pPr>
            <a:r>
              <a:t>院外患者服务 · 自助就医 · AI 分诊辅助</a:t>
            </a:r>
          </a:p>
          <a:p>
            <a:pPr algn="ctr">
              <a:defRPr sz="2000">
                <a:solidFill>
                  <a:srgbClr val="D6EAFF"/>
                </a:solidFill>
              </a:defRPr>
            </a:pPr>
            <a:r>
              <a:t>GitHub: Tangyd893/HIS-Go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5CA8"/>
                </a:solidFill>
              </a:defRPr>
            </a:pPr>
            <a:r>
              <a:t>为什么需要独立患者端？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院内：管理端服务医护人员（挂号、诊疗、发药）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院外：患者端服务就医人群（预约、查报告、慢病、随访）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渠道：H5 浏览器 + 微信小程序（覆盖主流入口）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目标：减少大厅排队、提升就医透明度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5CA8"/>
                </a:solidFill>
              </a:defRPr>
            </a:pPr>
            <a:r>
              <a:t>混合架构：小程序壳 + H5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小程序壳：frontend/mp-webview — 仅负责 &lt;web-view&gt; 容器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业务 H5：frontend/patient — Vue3 + Ant Design Vue + Vite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配置：pages/index/index.js 中 H5_MODE 切换 docker/vite/cloud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Docker 模式：http://127.0.0.1/patient/（Nginx 托管 dist）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一套代码，双端运行：浏览器 + 微信小程序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5CA8"/>
                </a:solidFill>
              </a:defRPr>
            </a:pPr>
            <a:r>
              <a:t>技术选型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前端：Vue 3 · TypeScript · Ant Design Vue · Vue Router · Pinia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路由 base：/patient/（router/index.ts）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布局：顶部 Header + 底部 5 Tab 导航（DefaultLayout.vue）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API：统一走 Gateway http://localhost:8080/api/...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5CA8"/>
                </a:solidFill>
              </a:defRPr>
            </a:pPr>
            <a:r>
              <a:t>患者端功能模块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097280"/>
          <a:ext cx="100584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模块</a:t>
                      </a:r>
                    </a:p>
                  </a:txBody>
                  <a:tcPr>
                    <a:solidFill>
                      <a:srgbClr val="189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路由</a:t>
                      </a:r>
                    </a:p>
                  </a:txBody>
                  <a:tcPr>
                    <a:solidFill>
                      <a:srgbClr val="189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入口</a:t>
                      </a:r>
                    </a:p>
                  </a:txBody>
                  <a:tcPr>
                    <a:solidFill>
                      <a:srgbClr val="1890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首页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/dashboard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底部 Tab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就诊助手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/triage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底部 Tab「助手」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预约挂号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/appointment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底部 Tab「挂号」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我的处方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/prescription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底部 Tab「处方」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健康档案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/health-record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底部 Tab「档案」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检查报告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/report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首页网格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慢病管理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/chronic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首页网格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我的随访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/followup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首页网格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035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66666"/>
                </a:solidFill>
              </a:defRPr>
            </a:pPr>
            <a:r>
              <a:t>💬 底部仅 5 Tab，报告/随访需从首页进入——演示时提前熟悉。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5CA8"/>
                </a:solidFill>
              </a:defRPr>
            </a:pPr>
            <a:r>
              <a:t>demo-patient.yml 服务清单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基础设施：PostgreSQL · Redis（无 RabbitMQ）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核心服务：gateway · auth · user · registration · schedule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患者特色：outpatient（就诊助手）· examination · followup · health_record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静态托管：Nginx 同时提供 /patient/ 与 /api/ 反代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5CA8"/>
                </a:solidFill>
              </a:defRPr>
            </a:pPr>
            <a:r>
              <a:t>演示环境与账号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入口：微信开发者工具（推荐）或浏览器 http://localhost/patient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账号：demo-patient / demo123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绑定患者：王小明（patient_001）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⚠️ 微信开发者工具需勾选「不校验合法域名」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66666"/>
                </a:solidFill>
              </a:defRPr>
            </a:pPr>
            <a:r>
              <a:t>💬 docker compose -f deploy/compose/demo-patient.yml --env-file deploy/config/demo.env up -d --build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5CA8"/>
                </a:solidFill>
              </a:defRPr>
            </a:pPr>
            <a:r>
              <a:t>RAG + DeepSeek 智能分诊（核心亮点）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知识库：16 类病症（backend/data/triage/knowledge.json）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嵌入：SiliconFlow BGE-M3 语义检索（embeddings.json）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召回：关键词 + 语义双路 Top-K 合并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生成：DeepSeek Chat + 本院科室交集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降级：无 API Key 时关键词模式仍可用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5CA8"/>
                </a:solidFill>
              </a:defRPr>
            </a:pPr>
            <a:r>
              <a:t>【现场演示】① 小程序加载与登录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展示微信开发者工具 mp-webview 项目结构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编译运行，显示登录页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demo-patient / demo123 登录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确认进入患者服务中心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670048"/>
          <a:ext cx="10058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步骤</a:t>
                      </a:r>
                    </a:p>
                  </a:txBody>
                  <a:tcPr>
                    <a:solidFill>
                      <a:srgbClr val="189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环境</a:t>
                      </a:r>
                    </a:p>
                  </a:txBody>
                  <a:tcPr>
                    <a:solidFill>
                      <a:srgbClr val="189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操作</a:t>
                      </a:r>
                    </a:p>
                  </a:txBody>
                  <a:tcPr>
                    <a:solidFill>
                      <a:srgbClr val="1890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微信开发者工具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展示 mp-webview 项目结构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模拟器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编译运行，显示登录页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登录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demo-patient / demo123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首页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确认进入患者服务中心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035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66666"/>
                </a:solidFill>
              </a:defRPr>
            </a:pPr>
            <a:r>
              <a:t>💬 备用方案：浏览器打开 http://localhost/patient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5CA8"/>
                </a:solidFill>
              </a:defRPr>
            </a:pPr>
            <a:r>
              <a:t>【现场演示】② AI 就诊助手（重点）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助手 Tab：输入「头痛发热三天，伴有咳嗽」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等待 AI 回复（3-8 秒）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回复内容：推荐科室、就医建议、免责声明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322576"/>
          <a:ext cx="10058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步骤</a:t>
                      </a:r>
                    </a:p>
                  </a:txBody>
                  <a:tcPr>
                    <a:solidFill>
                      <a:srgbClr val="189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页面</a:t>
                      </a:r>
                    </a:p>
                  </a:txBody>
                  <a:tcPr>
                    <a:solidFill>
                      <a:srgbClr val="189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操作</a:t>
                      </a:r>
                    </a:p>
                  </a:txBody>
                  <a:tcPr>
                    <a:solidFill>
                      <a:srgbClr val="1890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助手 Tab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输入「头痛发热三天，伴有咳嗽」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聊天页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等待 AI 回复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回复内容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指出推荐科室、就医建议、免责声明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035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66666"/>
                </a:solidFill>
              </a:defRPr>
            </a:pPr>
            <a:r>
              <a:t>💬 mode=llm 完整 RAG；mode=keyword 为降级。免责：辅助分诊，不替代医生。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5CA8"/>
                </a:solidFill>
              </a:defRPr>
            </a:pPr>
            <a:r>
              <a:t>【现场演示】③ 预约挂号与处方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挂号 Tab：浏览今日排班（内科/张医生）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处方 Tab：查看处方列表与状态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与管理端共用 schedule/prescription 服务，数据一致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322576"/>
          <a:ext cx="10058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步骤</a:t>
                      </a:r>
                    </a:p>
                  </a:txBody>
                  <a:tcPr>
                    <a:solidFill>
                      <a:srgbClr val="189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Tab</a:t>
                      </a:r>
                    </a:p>
                  </a:txBody>
                  <a:tcPr>
                    <a:solidFill>
                      <a:srgbClr val="189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操作</a:t>
                      </a:r>
                    </a:p>
                  </a:txBody>
                  <a:tcPr>
                    <a:solidFill>
                      <a:srgbClr val="1890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挂号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浏览今日排班（内科/张医生）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处方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查看处方列表与状态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（可选）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若管理端刚演示过开方，指新处方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5CA8"/>
                </a:solidFill>
              </a:defRPr>
            </a:pPr>
            <a:r>
              <a:t>【现场演示】④ 报告与慢病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首页网格 → 检查报告：展示 seed 报告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首页网格 → 慢病管理：郑十/刘十二签约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档案 Tab：健康档案时间轴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322576"/>
          <a:ext cx="10058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步骤</a:t>
                      </a:r>
                    </a:p>
                  </a:txBody>
                  <a:tcPr>
                    <a:solidFill>
                      <a:srgbClr val="189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入口</a:t>
                      </a:r>
                    </a:p>
                  </a:txBody>
                  <a:tcPr>
                    <a:solidFill>
                      <a:srgbClr val="189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操作</a:t>
                      </a:r>
                    </a:p>
                  </a:txBody>
                  <a:tcPr>
                    <a:solidFill>
                      <a:srgbClr val="1890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首页网格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检查报告 → 展示 seed 报告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首页网格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慢病管理 → 郑十/刘十二签约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档案 Tab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健康档案时间轴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035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66666"/>
                </a:solidFill>
              </a:defRPr>
            </a:pPr>
            <a:r>
              <a:t>💬 覆盖诊后查结果、慢病长期管理场景。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5CA8"/>
                </a:solidFill>
              </a:defRPr>
            </a:pPr>
            <a:r>
              <a:t>内外双环 — 与管理端数据联动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管理端开方 → 患者端「我的处方」可见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管理端排班 → 患者端「预约挂号」可见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统一 Gateway :8080 · 统一 JWT 体系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联演示建议：管理端 8 分钟 + 患者端 8 分钟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5CA8"/>
                </a:solidFill>
              </a:defRPr>
            </a:pPr>
            <a:r>
              <a:t>从模拟器到真机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模拟器：开发者工具本地编译（推荐答辩）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真机：预览扫码，H5 地址改局域网 IP（192.168.x.x/patient/）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上线需配置：微信业务域名 HTTPS、合法 request 域名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当前范围：本地/局域网演示，不上云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5CA8"/>
                </a:solidFill>
              </a:defRPr>
            </a:pPr>
            <a:r>
              <a:t>诚实口径 — 患者端待完善项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底部 Tab 未覆盖报告/随访（需首页网格进入）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部分路由网关未注册（followup/health-record list）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DEMO_PATIENT_MAP 仅精确映射 demo-patient 账号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就诊助手依赖外部 API Key，需降级预案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患者端价值总结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D6EAFF"/>
                </a:solidFill>
              </a:defRPr>
            </a:pPr>
            <a:r>
              <a:t>✅ 小程序 + H5 混合架构，一套业务双端复用</a:t>
            </a:r>
          </a:p>
          <a:p>
            <a:pPr algn="ctr">
              <a:defRPr sz="2000">
                <a:solidFill>
                  <a:srgbClr val="D6EAFF"/>
                </a:solidFill>
              </a:defRPr>
            </a:pPr>
            <a:r>
              <a:t>✅ 就诊助手 RAG 分诊，差异化亮点</a:t>
            </a:r>
          </a:p>
          <a:p>
            <a:pPr algn="ctr">
              <a:defRPr sz="2000">
                <a:solidFill>
                  <a:srgbClr val="D6EAFF"/>
                </a:solidFill>
              </a:defRPr>
            </a:pPr>
            <a:r>
              <a:t>✅ 预约、处方、报告、慢病、随访覆盖院外场景</a:t>
            </a:r>
          </a:p>
          <a:p>
            <a:pPr algn="ctr">
              <a:defRPr sz="2000">
                <a:solidFill>
                  <a:srgbClr val="D6EAFF"/>
                </a:solidFill>
              </a:defRPr>
            </a:pPr>
            <a:r>
              <a:t>⚠️ 演示版，上线需域名合规与安全加固</a:t>
            </a:r>
          </a:p>
          <a:p>
            <a:pPr algn="ctr">
              <a:defRPr sz="2000">
                <a:solidFill>
                  <a:srgbClr val="D6EAFF"/>
                </a:solidFill>
              </a:defRPr>
            </a:pPr>
            <a:r>
              <a:t>🔗 github.com/Tangyd893/HIS-Go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