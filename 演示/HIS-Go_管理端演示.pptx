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HIS-Go 医院信息系统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6EAFF"/>
                </a:solidFill>
              </a:defRPr>
            </a:pPr>
            <a:r>
              <a:t>Web 管理端演示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全链路 Go 微服务重构 · 门诊业务闭环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GitHub: Tangyd893/HIS-Go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为什么用 Go 重构 HIS？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原系统：Spring Cloud Alibaba + Vue（Hospital-Information-System）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目标：17+ 微服务迁移至 Go，保持业务逻辑与分库设计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收益：更低资源占用、更简部署、gRPC 强类型通信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范围：院内诊疗 + 院外患者服务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强调「重构而非从零」，降低评审对业务完整性的质疑。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🖥️ 客户端：Vue3 管理端（frontend/admin）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🔀 接入层：Nginx :80 → Gateway :8080（JWT / 限流 / 路由）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⚙️ 服务层：18 个 Go 微服务，gRPC 内部通信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💾 数据层：PostgreSQL 分库 · Redis · RabbitMQ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微服务拆分 — Database per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🔐 auth 认证 · 👤 user 患者/员工/科室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📅 schedule 排班 · 🏥 registration 挂号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🩺 clinic 门诊诊疗 · 💊 prescription 处方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💰 billing 收费 · 📦 pharmacy 药房 · ⚙️ system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每个服务独立数据库，独立 cmd/&lt;name&gt;/main.go 入口。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后端：Go 1.25 · Gin · gRPC · GORM · Wire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前端：Vue 3 · TypeScript · Ant Design Vue · Vite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基础设施：PostgreSQL 17 · Redis 7 · RabbitMQ 4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部署：Docker Compose 多阶段构建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本地演示一键启动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Profile：deploy/compose/demo-admin.yml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含 PG + Redis + RabbitMQ + 10 微服务 + Gateway + Nginx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环境变量：deploy/config/demo.env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管理端静态资源：frontend/admin/dist 由 Nginx 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docker compose -f deploy/compose/demo-admin.yml --env-file deploy/config/demo.env up -d --build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演示环境说明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入口：http://localhost/admin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管理员账号：demo-admin / demo123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医生账号：demo-doctor / demo123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⚠️ 仅限本地演示，密码不可用于生产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演示数据来自 seed_data.sql（10 患者、5 科室、8 药品）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门诊主路径 — 六步闭环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① 排班管理 — 发布号源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② 挂号管理 — 预约 + 签到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③ 门诊诊疗 — 主诉/诊断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④ 处方管理 — 开方 + 审核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⑤ 收费结算 — 账单支付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⑥ 药房管理 — 发药出库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【现场演示】① 挂号与签到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1：使用 demo-admin 登录系统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2：挂号管理 → 查询今天号源 → 挂王小明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3：挂号记录 → 签到 → 开始接诊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22576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登录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demo-admin 登录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挂号管理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今天号源 → 挂王小明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挂号记录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签到 → 开始接诊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患者搜索：姓名模糊匹配；号源「剩余」随挂号扣减。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【现场演示】② 诊疗与处方审核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4：门诊诊疗 → 主诉「发热咳嗽3天」→ 诊断「上呼吸道感染」→ 保存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5：处方管理 → 开方（阿莫西林胶囊）→ 审核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975104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门诊诊疗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主诉/诊断 → 保存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处方管理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开方（阿莫西林）→ 审核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处方状态流转：待审核 → 已审核 → 已发药。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【现场演示】③ 收费发药闭环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6：收费结算 → 待支付 → 收费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7：药房管理 → 选处方 → 发药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步骤 8：回处方管理 → 确认「已发药」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22576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收费结算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待支付 → 收费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药房管理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选处方 → 发药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处方管理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确认「已发药」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支付渠道为演示 Stub；发药扣减库存，闭环完成。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API 网关与鉴权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Gateway 路由：/api/auth → auth:8081，/api/user → user:8082 …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JWT 签发：auth 服务；网关校验 Token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健康检查：GET /health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演示阶段 RBAC 简化，生产需完善 RequireRole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PostgreSQL 分库 + Seed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每服务独立库：his_auth、his_user、his_clinic …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初始化：backend/migrations/ 自动建库建表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演示数据：backend/sql/seed_data.sql（10 患者、5 科室、8 药品）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宿主机 PG 端口：5433（避免与本机冲突）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Vue 3 管理端前端架构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路由：frontend/admin/src/router/index.ts（18 菜单）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状态管理：Pinia store/auth.ts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API 封装：api/client.ts 统一 Bearer Token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演示 Profile 仅 10 个后端 — 未启动菜单显示占位页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演示时勿点 EMR/住院/检查等未启动项。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功能完成度（诚实口径）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✅ 可演示：挂号、排班、诊疗、处方、收费、药房、患者/科室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⚠️ 占位 UI：电子病历、住院、检查检验、随访、通知等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🔧 演示级：支付 Stub、计费金额简化、部分详情按钮占位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定位为「可脚本化本地演示」，非生产就绪。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测试与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单元测试：go test ./... 通过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集成测试：testing/api/demo_admin_flow_test.go（需 Docker）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CI：.github/workflows/ci.yml — vet / test / 前端 build / SonarCloud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前端构建：admin + patient 双端 npm run build 校验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后续优化方向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首次部署：Docker 构建耗时、seed 自动化（db-init）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UX：API 失败提示、账单金额、Dashboard 服务状态准确性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安全：演示密码声明、JWT 密钥生产化、Sonar 质量门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集成测试纳入 CI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6EAFF"/>
                </a:solidFill>
              </a:defRPr>
            </a:pPr>
            <a:r>
              <a:t>✅ Go 微服务重构 HIS，管理端门诊闭环可演示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✅ Docker Compose 本地可复现，前后端分离清晰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⚠️ 演示版，部分菜单为占位，支付/安全需生产加固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🔗 github.com/Tangyd893/HIS-Go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